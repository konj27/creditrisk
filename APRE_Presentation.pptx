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4"/>
  </p:sldMasterIdLst>
  <p:notesMasterIdLst>
    <p:notesMasterId r:id="rId13"/>
  </p:notesMasterIdLst>
  <p:handoutMasterIdLst>
    <p:handoutMasterId r:id="rId14"/>
  </p:handoutMasterIdLst>
  <p:sldIdLst>
    <p:sldId id="256" r:id="rId5"/>
    <p:sldId id="257" r:id="rId6"/>
    <p:sldId id="258" r:id="rId7"/>
    <p:sldId id="259" r:id="rId8"/>
    <p:sldId id="260" r:id="rId9"/>
    <p:sldId id="262" r:id="rId10"/>
    <p:sldId id="261" r:id="rId11"/>
    <p:sldId id="263" r:id="rId12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ahom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20" userDrawn="1">
          <p15:clr>
            <a:srgbClr val="A4A3A4"/>
          </p15:clr>
        </p15:guide>
        <p15:guide id="2" orient="horz" pos="1272" userDrawn="1">
          <p15:clr>
            <a:srgbClr val="A4A3A4"/>
          </p15:clr>
        </p15:guide>
        <p15:guide id="3" orient="horz" pos="715" userDrawn="1">
          <p15:clr>
            <a:srgbClr val="A4A3A4"/>
          </p15:clr>
        </p15:guide>
        <p15:guide id="4" orient="horz" pos="3861" userDrawn="1">
          <p15:clr>
            <a:srgbClr val="A4A3A4"/>
          </p15:clr>
        </p15:guide>
        <p15:guide id="5" orient="horz" pos="3944" userDrawn="1">
          <p15:clr>
            <a:srgbClr val="A4A3A4"/>
          </p15:clr>
        </p15:guide>
        <p15:guide id="6" pos="428" userDrawn="1">
          <p15:clr>
            <a:srgbClr val="A4A3A4"/>
          </p15:clr>
        </p15:guide>
        <p15:guide id="7" pos="7224" userDrawn="1">
          <p15:clr>
            <a:srgbClr val="A4A3A4"/>
          </p15:clr>
        </p15:guide>
        <p15:guide id="8" pos="909" userDrawn="1">
          <p15:clr>
            <a:srgbClr val="A4A3A4"/>
          </p15:clr>
        </p15:guide>
        <p15:guide id="9" pos="3688" userDrawn="1">
          <p15:clr>
            <a:srgbClr val="A4A3A4"/>
          </p15:clr>
        </p15:guide>
        <p15:guide id="10" pos="3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9006E"/>
    <a:srgbClr val="4BC8FF"/>
    <a:srgbClr val="9100DC"/>
    <a:srgbClr val="0000DC"/>
    <a:srgbClr val="F01928"/>
    <a:srgbClr val="5AC8AF"/>
    <a:srgbClr val="00287D"/>
    <a:srgbClr val="969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307" autoAdjust="0"/>
    <p:restoredTop sz="95768" autoAdjust="0"/>
  </p:normalViewPr>
  <p:slideViewPr>
    <p:cSldViewPr snapToGrid="0">
      <p:cViewPr varScale="1">
        <p:scale>
          <a:sx n="130" d="100"/>
          <a:sy n="130" d="100"/>
        </p:scale>
        <p:origin x="296" y="184"/>
      </p:cViewPr>
      <p:guideLst>
        <p:guide orient="horz" pos="1120"/>
        <p:guide orient="horz" pos="1272"/>
        <p:guide orient="horz" pos="715"/>
        <p:guide orient="horz" pos="3861"/>
        <p:guide orient="horz" pos="3944"/>
        <p:guide pos="428"/>
        <p:guide pos="7224"/>
        <p:guide pos="909"/>
        <p:guide pos="3688"/>
        <p:guide pos="3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6" d="100"/>
          <a:sy n="56" d="100"/>
        </p:scale>
        <p:origin x="180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altLang="cs-CZ"/>
          </a:p>
        </p:txBody>
      </p:sp>
      <p:sp>
        <p:nvSpPr>
          <p:cNvPr id="1003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cs-CZ" altLang="cs-CZ"/>
          </a:p>
        </p:txBody>
      </p:sp>
      <p:sp>
        <p:nvSpPr>
          <p:cNvPr id="1003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cs-CZ" altLang="cs-CZ"/>
          </a:p>
        </p:txBody>
      </p:sp>
      <p:sp>
        <p:nvSpPr>
          <p:cNvPr id="1003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634D9CB-1186-4E97-85EF-EEFDD3E78B1E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8451449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024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Klepnutím lze upravit styly předlohy textu.</a:t>
            </a:r>
          </a:p>
          <a:p>
            <a:pPr lvl="1"/>
            <a:r>
              <a:rPr lang="cs-CZ" altLang="cs-CZ"/>
              <a:t>Druhá úroveň</a:t>
            </a:r>
          </a:p>
          <a:p>
            <a:pPr lvl="2"/>
            <a:r>
              <a:rPr lang="cs-CZ" altLang="cs-CZ"/>
              <a:t>Třetí úroveň</a:t>
            </a:r>
          </a:p>
          <a:p>
            <a:pPr lvl="3"/>
            <a:r>
              <a:rPr lang="cs-CZ" altLang="cs-CZ"/>
              <a:t>Čtvrtá úroveň</a:t>
            </a:r>
          </a:p>
          <a:p>
            <a:pPr lvl="4"/>
            <a:r>
              <a:rPr lang="cs-CZ" altLang="cs-CZ"/>
              <a:t>Pátá úroveň</a:t>
            </a:r>
          </a:p>
        </p:txBody>
      </p:sp>
      <p:sp>
        <p:nvSpPr>
          <p:cNvPr id="1024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cs-CZ" altLang="cs-CZ"/>
          </a:p>
        </p:txBody>
      </p:sp>
      <p:sp>
        <p:nvSpPr>
          <p:cNvPr id="1024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fld id="{061A6D36-8CFB-40FE-8D60-D2050488125D}" type="slidenum">
              <a:rPr lang="cs-CZ" altLang="cs-CZ"/>
              <a:pPr/>
              <a:t>‹#›</a:t>
            </a:fld>
            <a:endParaRPr lang="cs-CZ" altLang="cs-CZ"/>
          </a:p>
        </p:txBody>
      </p:sp>
    </p:spTree>
    <p:extLst>
      <p:ext uri="{BB962C8B-B14F-4D97-AF65-F5344CB8AC3E}">
        <p14:creationId xmlns:p14="http://schemas.microsoft.com/office/powerpoint/2010/main" val="1388111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D8587455-5AC3-4F6B-BE52-826326AFD3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cs-CZ" altLang="cs-CZ" noProof="0" smtClean="0"/>
              <a:pPr/>
              <a:t>‹#›</a:t>
            </a:fld>
            <a:endParaRPr lang="cs-CZ" altLang="cs-CZ" noProof="0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11361600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/>
            </a:lvl1pPr>
          </a:lstStyle>
          <a:p>
            <a:r>
              <a:rPr lang="cs-CZ" dirty="0"/>
              <a:t>Kliknutím vložíte nadpis</a:t>
            </a:r>
            <a:endParaRPr lang="cs-CZ" noProof="0" dirty="0"/>
          </a:p>
        </p:txBody>
      </p:sp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11361600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1D911E5E-6197-7848-99A5-8C8627D11E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65999" cy="106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41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 userDrawn="1">
          <p15:clr>
            <a:srgbClr val="FBAE40"/>
          </p15:clr>
        </p15:guide>
        <p15:guide id="2" pos="23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zápatí 3"/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7920000" cy="252000"/>
          </a:xfrm>
        </p:spPr>
        <p:txBody>
          <a:bodyPr/>
          <a:lstStyle>
            <a:lvl1pPr>
              <a:defRPr sz="1200"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970407D-EE58-4A0B-824B-1D3AE42DD9CF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13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cs-CZ" dirty="0"/>
              <a:t>Kliknutím vložíte nadpis</a:t>
            </a:r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390E4E2C-8A81-45F0-A5ED-59F1EE588AF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692002"/>
            <a:ext cx="10753200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  <a:p>
            <a:pPr lvl="1"/>
            <a:r>
              <a:rPr lang="cs-CZ" noProof="0" dirty="0"/>
              <a:t>Druhá úroveň</a:t>
            </a:r>
            <a:endParaRPr lang="en-GB" noProof="0" dirty="0"/>
          </a:p>
          <a:p>
            <a:pPr lvl="2"/>
            <a:r>
              <a:rPr lang="cs-CZ" noProof="0" dirty="0"/>
              <a:t>Třetí úroveň</a:t>
            </a:r>
            <a:endParaRPr lang="en-GB" noProof="0" dirty="0"/>
          </a:p>
        </p:txBody>
      </p:sp>
      <p:pic>
        <p:nvPicPr>
          <p:cNvPr id="10" name="Obrázek 8">
            <a:extLst>
              <a:ext uri="{FF2B5EF4-FFF2-40B4-BE49-F238E27FC236}">
                <a16:creationId xmlns:a16="http://schemas.microsoft.com/office/drawing/2014/main" id="{E158F8E0-B8BC-CE4E-81A4-565A0D4E7D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229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 userDrawn="1">
          <p15:clr>
            <a:srgbClr val="FBAE40"/>
          </p15:clr>
        </p15:guide>
        <p15:guide id="2" pos="43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, pod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zápatí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0970407D-EE58-4A0B-824B-1D3AE42DD9CF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7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sp>
        <p:nvSpPr>
          <p:cNvPr id="13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cs-CZ" dirty="0"/>
              <a:t>Kliknutím vložíte nadpis</a:t>
            </a:r>
          </a:p>
        </p:txBody>
      </p:sp>
      <p:sp>
        <p:nvSpPr>
          <p:cNvPr id="10" name="Zástupný symbol pro obsah 2">
            <a:extLst>
              <a:ext uri="{FF2B5EF4-FFF2-40B4-BE49-F238E27FC236}">
                <a16:creationId xmlns:a16="http://schemas.microsoft.com/office/drawing/2014/main" id="{5CA9AC87-D3DE-408C-9471-D419F474834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692002"/>
            <a:ext cx="10753200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  <a:p>
            <a:pPr lvl="1"/>
            <a:r>
              <a:rPr lang="cs-CZ" noProof="0" dirty="0"/>
              <a:t>Druhá úroveň</a:t>
            </a:r>
            <a:endParaRPr lang="en-GB" noProof="0" dirty="0"/>
          </a:p>
          <a:p>
            <a:pPr lvl="2"/>
            <a:r>
              <a:rPr lang="cs-CZ" noProof="0" dirty="0"/>
              <a:t>Třetí úroveň</a:t>
            </a:r>
            <a:endParaRPr lang="en-GB" noProof="0" dirty="0"/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28BFE967-19E1-9D48-9E4F-81B8750DAB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428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 a 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ABDE9BC5-EE25-44B2-8081-F2B94BAA6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cs-CZ" dirty="0"/>
              <a:t>Kliknutím vložíte nadpis</a:t>
            </a:r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1D440DD4-5185-4C05-8E91-80CB3DC67394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72000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  <a:p>
            <a:pPr lvl="1"/>
            <a:r>
              <a:rPr lang="cs-CZ" noProof="0" dirty="0"/>
              <a:t>Druhá úroveň</a:t>
            </a:r>
            <a:endParaRPr lang="en-GB" noProof="0" dirty="0"/>
          </a:p>
          <a:p>
            <a:pPr lvl="2"/>
            <a:r>
              <a:rPr lang="cs-CZ" noProof="0" dirty="0"/>
              <a:t>Třetí úroveň</a:t>
            </a:r>
            <a:endParaRPr lang="en-GB" noProof="0" dirty="0"/>
          </a:p>
        </p:txBody>
      </p:sp>
      <p:sp>
        <p:nvSpPr>
          <p:cNvPr id="9" name="Zástupný symbol pro obsah 2">
            <a:extLst>
              <a:ext uri="{FF2B5EF4-FFF2-40B4-BE49-F238E27FC236}">
                <a16:creationId xmlns:a16="http://schemas.microsoft.com/office/drawing/2014/main" id="{91531ABC-E456-4507-A022-87C2E3C7A2AA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625128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  <a:p>
            <a:pPr lvl="1"/>
            <a:r>
              <a:rPr lang="cs-CZ" noProof="0" dirty="0"/>
              <a:t>Druhá úroveň</a:t>
            </a:r>
            <a:endParaRPr lang="en-GB" noProof="0" dirty="0"/>
          </a:p>
          <a:p>
            <a:pPr lvl="2"/>
            <a:r>
              <a:rPr lang="cs-CZ" noProof="0" dirty="0"/>
              <a:t>Třetí úroveň</a:t>
            </a:r>
            <a:endParaRPr lang="en-GB" noProof="0" dirty="0"/>
          </a:p>
        </p:txBody>
      </p:sp>
      <p:pic>
        <p:nvPicPr>
          <p:cNvPr id="12" name="Obrázek 8">
            <a:extLst>
              <a:ext uri="{FF2B5EF4-FFF2-40B4-BE49-F238E27FC236}">
                <a16:creationId xmlns:a16="http://schemas.microsoft.com/office/drawing/2014/main" id="{D19675A5-B462-F046-B410-538D4D8049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739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57" userDrawn="1">
          <p15:clr>
            <a:srgbClr val="FBAE40"/>
          </p15:clr>
        </p15:guide>
        <p15:guide id="2" pos="724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, podnadpis a 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16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20725" y="1296001"/>
            <a:ext cx="5220000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sp>
        <p:nvSpPr>
          <p:cNvPr id="18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pPr lvl="0"/>
            <a:r>
              <a:rPr lang="cs-CZ" dirty="0"/>
              <a:t>Kliknutím vložíte nadpis</a:t>
            </a:r>
            <a:endParaRPr lang="cs-CZ" noProof="0" dirty="0"/>
          </a:p>
        </p:txBody>
      </p:sp>
      <p:sp>
        <p:nvSpPr>
          <p:cNvPr id="21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51278" y="1290515"/>
            <a:ext cx="5220000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sp>
        <p:nvSpPr>
          <p:cNvPr id="11" name="Zástupný symbol pro obsah 2">
            <a:extLst>
              <a:ext uri="{FF2B5EF4-FFF2-40B4-BE49-F238E27FC236}">
                <a16:creationId xmlns:a16="http://schemas.microsoft.com/office/drawing/2014/main" id="{D7707F6E-62D9-4ACE-A33C-A5E15E5CDF75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72000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  <a:p>
            <a:pPr lvl="1"/>
            <a:r>
              <a:rPr lang="cs-CZ" noProof="0" dirty="0"/>
              <a:t>Druhá úroveň</a:t>
            </a:r>
            <a:endParaRPr lang="en-GB" noProof="0" dirty="0"/>
          </a:p>
          <a:p>
            <a:pPr lvl="2"/>
            <a:r>
              <a:rPr lang="cs-CZ" noProof="0" dirty="0"/>
              <a:t>Třetí úroveň</a:t>
            </a:r>
            <a:endParaRPr lang="en-GB" noProof="0" dirty="0"/>
          </a:p>
        </p:txBody>
      </p:sp>
      <p:sp>
        <p:nvSpPr>
          <p:cNvPr id="13" name="Zástupný symbol pro obsah 2">
            <a:extLst>
              <a:ext uri="{FF2B5EF4-FFF2-40B4-BE49-F238E27FC236}">
                <a16:creationId xmlns:a16="http://schemas.microsoft.com/office/drawing/2014/main" id="{911B9D34-B8F8-4804-B959-27E40687C897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6251280" y="1701505"/>
            <a:ext cx="5219998" cy="4139998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  <a:p>
            <a:pPr lvl="1"/>
            <a:r>
              <a:rPr lang="cs-CZ" noProof="0" dirty="0"/>
              <a:t>Druhá úroveň</a:t>
            </a:r>
            <a:endParaRPr lang="en-GB" noProof="0" dirty="0"/>
          </a:p>
          <a:p>
            <a:pPr lvl="2"/>
            <a:r>
              <a:rPr lang="cs-CZ" noProof="0" dirty="0"/>
              <a:t>Třetí úroveň</a:t>
            </a:r>
            <a:endParaRPr lang="en-GB" noProof="0" dirty="0"/>
          </a:p>
        </p:txBody>
      </p:sp>
      <p:pic>
        <p:nvPicPr>
          <p:cNvPr id="12" name="Obrázek 8">
            <a:extLst>
              <a:ext uri="{FF2B5EF4-FFF2-40B4-BE49-F238E27FC236}">
                <a16:creationId xmlns:a16="http://schemas.microsoft.com/office/drawing/2014/main" id="{1CD81FB0-E22C-7E4B-9263-74B744CB27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16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6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ázek s tex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C8DF9A9-CF6E-49C8-A8BC-74FDF24B8C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 dirty="0"/>
              <a:t>Kliknutím vložíte nadpis</a:t>
            </a:r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1D20B9-1A33-484F-AB08-D95E85A9CB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7A2EACA-93F7-4696-A84F-C07E4801CB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cs-CZ" altLang="cs-CZ" smtClean="0"/>
              <a:pPr/>
              <a:t>‹#›</a:t>
            </a:fld>
            <a:endParaRPr lang="cs-CZ" altLang="cs-CZ" dirty="0"/>
          </a:p>
        </p:txBody>
      </p:sp>
      <p:sp>
        <p:nvSpPr>
          <p:cNvPr id="7" name="Zástupný symbol pro obsah 2">
            <a:extLst>
              <a:ext uri="{FF2B5EF4-FFF2-40B4-BE49-F238E27FC236}">
                <a16:creationId xmlns:a16="http://schemas.microsoft.com/office/drawing/2014/main" id="{45EA606A-B012-497D-A062-93B4C5E7BD3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47735" y="2596845"/>
            <a:ext cx="4125465" cy="3208441"/>
          </a:xfrm>
          <a:prstGeom prst="rect">
            <a:avLst/>
          </a:prstGeom>
        </p:spPr>
        <p:txBody>
          <a:bodyPr/>
          <a:lstStyle>
            <a:lvl1pPr marL="252000" indent="-18000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Char char="̶"/>
              <a:defRPr sz="2000"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</p:txBody>
      </p:sp>
      <p:sp>
        <p:nvSpPr>
          <p:cNvPr id="8" name="Zástupný symbol pro obrázek 7">
            <a:extLst>
              <a:ext uri="{FF2B5EF4-FFF2-40B4-BE49-F238E27FC236}">
                <a16:creationId xmlns:a16="http://schemas.microsoft.com/office/drawing/2014/main" id="{55454331-9726-47EA-9406-7071E2CA33D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29509" y="1665288"/>
            <a:ext cx="6207791" cy="4139998"/>
          </a:xfrm>
        </p:spPr>
        <p:txBody>
          <a:bodyPr anchor="ctr"/>
          <a:lstStyle>
            <a:lvl1pPr algn="ctr">
              <a:defRPr>
                <a:solidFill>
                  <a:srgbClr val="0000DC"/>
                </a:solidFill>
              </a:defRPr>
            </a:lvl1pPr>
          </a:lstStyle>
          <a:p>
            <a:r>
              <a:rPr lang="cs-CZ" dirty="0"/>
              <a:t>Kliknutím na ikonu vložíte obrázek</a:t>
            </a:r>
          </a:p>
        </p:txBody>
      </p:sp>
      <p:sp>
        <p:nvSpPr>
          <p:cNvPr id="11" name="Zástupný symbol pro text 7">
            <a:extLst>
              <a:ext uri="{FF2B5EF4-FFF2-40B4-BE49-F238E27FC236}">
                <a16:creationId xmlns:a16="http://schemas.microsoft.com/office/drawing/2014/main" id="{B0741B4D-1AE5-4AB1-8AD2-5E6FAC7F6F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3F7346AF-CCBB-674B-9377-5275DC502A6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835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dpis, podnadpis a tři sloup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Zástupný symbol pro obsah 12">
            <a:extLst>
              <a:ext uri="{FF2B5EF4-FFF2-40B4-BE49-F238E27FC236}">
                <a16:creationId xmlns:a16="http://schemas.microsoft.com/office/drawing/2014/main" id="{548D6DE9-EB16-4D0A-9F96-DD69C3E97213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440000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6" name="Zástupný symbol pro text 5">
            <a:extLst>
              <a:ext uri="{FF2B5EF4-FFF2-40B4-BE49-F238E27FC236}">
                <a16:creationId xmlns:a16="http://schemas.microsoft.com/office/drawing/2014/main" id="{C2D097E9-9E99-4F02-A434-E69D713D0FB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9999" y="4414271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7" name="Zástupný symbol pro text 5">
            <a:extLst>
              <a:ext uri="{FF2B5EF4-FFF2-40B4-BE49-F238E27FC236}">
                <a16:creationId xmlns:a16="http://schemas.microsoft.com/office/drawing/2014/main" id="{7E169087-A2FD-4849-9AAC-BD41AA07A5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40000" y="4414271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9" name="Zástupný symbol pro text 5">
            <a:extLst>
              <a:ext uri="{FF2B5EF4-FFF2-40B4-BE49-F238E27FC236}">
                <a16:creationId xmlns:a16="http://schemas.microsoft.com/office/drawing/2014/main" id="{E14CE5FF-FB97-4634-9714-4B5C0FDA38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61200" y="4414270"/>
            <a:ext cx="3312000" cy="1427730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4" name="Zástupný symbol pro text 13">
            <a:extLst>
              <a:ext uri="{FF2B5EF4-FFF2-40B4-BE49-F238E27FC236}">
                <a16:creationId xmlns:a16="http://schemas.microsoft.com/office/drawing/2014/main" id="{DD220DBF-2B26-4E32-826A-79839FF5102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0725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5" name="Zástupný symbol pro text 13">
            <a:extLst>
              <a:ext uri="{FF2B5EF4-FFF2-40B4-BE49-F238E27FC236}">
                <a16:creationId xmlns:a16="http://schemas.microsoft.com/office/drawing/2014/main" id="{AD9E96F9-7F56-4453-A9FC-693AF7E57BB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40475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6" name="Zástupný symbol pro text 13">
            <a:extLst>
              <a:ext uri="{FF2B5EF4-FFF2-40B4-BE49-F238E27FC236}">
                <a16:creationId xmlns:a16="http://schemas.microsoft.com/office/drawing/2014/main" id="{88362389-3E8C-4129-819C-75F0F7922D0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61436" y="4025136"/>
            <a:ext cx="3311525" cy="216000"/>
          </a:xfrm>
        </p:spPr>
        <p:txBody>
          <a:bodyPr anchor="ctr"/>
          <a:lstStyle>
            <a:lvl1pPr>
              <a:lnSpc>
                <a:spcPts val="1100"/>
              </a:lnSpc>
              <a:defRPr sz="1000" b="0"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8" name="Zástupný symbol pro obsah 12">
            <a:extLst>
              <a:ext uri="{FF2B5EF4-FFF2-40B4-BE49-F238E27FC236}">
                <a16:creationId xmlns:a16="http://schemas.microsoft.com/office/drawing/2014/main" id="{DE897ACA-C285-471C-BF3F-2886D04C7F9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19999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20" name="Zástupný symbol pro obsah 12">
            <a:extLst>
              <a:ext uri="{FF2B5EF4-FFF2-40B4-BE49-F238E27FC236}">
                <a16:creationId xmlns:a16="http://schemas.microsoft.com/office/drawing/2014/main" id="{9AF93628-9CF3-4CB5-A8C7-735B527D49B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60001" y="1692002"/>
            <a:ext cx="3311525" cy="223071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9" name="Zástupný symbol pro text 7">
            <a:extLst>
              <a:ext uri="{FF2B5EF4-FFF2-40B4-BE49-F238E27FC236}">
                <a16:creationId xmlns:a16="http://schemas.microsoft.com/office/drawing/2014/main" id="{9F610B39-FB78-4767-BA31-C3D4E7D558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725" y="1296001"/>
            <a:ext cx="10752138" cy="271576"/>
          </a:xfrm>
        </p:spPr>
        <p:txBody>
          <a:bodyPr lIns="0" tIns="0" rIns="0" bIns="0">
            <a:noAutofit/>
          </a:bodyPr>
          <a:lstStyle>
            <a:lvl1pPr algn="l">
              <a:lnSpc>
                <a:spcPts val="2300"/>
              </a:lnSpc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sp>
        <p:nvSpPr>
          <p:cNvPr id="21" name="Nadpis 12">
            <a:extLst>
              <a:ext uri="{FF2B5EF4-FFF2-40B4-BE49-F238E27FC236}">
                <a16:creationId xmlns:a16="http://schemas.microsoft.com/office/drawing/2014/main" id="{6B0440B8-6781-4DF7-853B-03D5855A8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r>
              <a:rPr lang="cs-CZ" dirty="0"/>
              <a:t>Kliknutím vložíte nadpis</a:t>
            </a:r>
          </a:p>
        </p:txBody>
      </p:sp>
      <p:pic>
        <p:nvPicPr>
          <p:cNvPr id="17" name="Obrázek 8">
            <a:extLst>
              <a:ext uri="{FF2B5EF4-FFF2-40B4-BE49-F238E27FC236}">
                <a16:creationId xmlns:a16="http://schemas.microsoft.com/office/drawing/2014/main" id="{83AF39E7-78A0-014F-9BF9-455F428787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7410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9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uze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51439ED6-907B-45D9-8FCC-98AE21B3C06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0000" y="692150"/>
            <a:ext cx="10753200" cy="5139850"/>
          </a:xfrm>
          <a:prstGeom prst="rect">
            <a:avLst/>
          </a:prstGeom>
        </p:spPr>
        <p:txBody>
          <a:bodyPr/>
          <a:lstStyle>
            <a:lvl1pPr marL="72000" indent="0">
              <a:lnSpc>
                <a:spcPts val="3600"/>
              </a:lnSpc>
              <a:buClr>
                <a:schemeClr val="tx2"/>
              </a:buClr>
              <a:buSzPct val="100000"/>
              <a:buFont typeface="Arial" panose="020B0604020202020204" pitchFamily="34" charset="0"/>
              <a:buNone/>
              <a:defRPr b="0"/>
            </a:lvl1pPr>
            <a:lvl2pPr marL="504000" indent="-180000">
              <a:lnSpc>
                <a:spcPct val="100000"/>
              </a:lnSpc>
              <a:buClr>
                <a:schemeClr val="tx2"/>
              </a:buClr>
              <a:buFont typeface="Arial" panose="020B0604020202020204" pitchFamily="34" charset="0"/>
              <a:buChar char="̶"/>
              <a:defRPr sz="2000"/>
            </a:lvl2pPr>
            <a:lvl3pPr marL="914400" indent="0">
              <a:lnSpc>
                <a:spcPct val="100000"/>
              </a:lnSpc>
              <a:buNone/>
              <a:defRPr sz="1600"/>
            </a:lvl3pPr>
          </a:lstStyle>
          <a:p>
            <a:pPr lvl="0"/>
            <a:r>
              <a:rPr lang="cs-CZ" noProof="0" dirty="0"/>
              <a:t>Kliknutím vložíte text</a:t>
            </a:r>
            <a:endParaRPr lang="en-GB" noProof="0" dirty="0"/>
          </a:p>
        </p:txBody>
      </p:sp>
      <p:pic>
        <p:nvPicPr>
          <p:cNvPr id="6" name="Obrázek 8">
            <a:extLst>
              <a:ext uri="{FF2B5EF4-FFF2-40B4-BE49-F238E27FC236}">
                <a16:creationId xmlns:a16="http://schemas.microsoft.com/office/drawing/2014/main" id="{4ED50877-A589-E54A-923E-DEA9FFB787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75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6" userDrawn="1">
          <p15:clr>
            <a:srgbClr val="FBAE40"/>
          </p15:clr>
        </p15:guide>
        <p15:guide id="2" pos="438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uze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6" name="Nadpis 12">
            <a:extLst>
              <a:ext uri="{FF2B5EF4-FFF2-40B4-BE49-F238E27FC236}">
                <a16:creationId xmlns:a16="http://schemas.microsoft.com/office/drawing/2014/main" id="{C80D1D37-E5CA-42AD-BE6B-219FAFB546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451576"/>
          </a:xfrm>
        </p:spPr>
        <p:txBody>
          <a:bodyPr/>
          <a:lstStyle/>
          <a:p>
            <a:r>
              <a:rPr lang="cs-CZ" dirty="0"/>
              <a:t>Kliknutím vložíte nadpis</a:t>
            </a:r>
          </a:p>
        </p:txBody>
      </p:sp>
      <p:pic>
        <p:nvPicPr>
          <p:cNvPr id="7" name="Obrázek 8">
            <a:extLst>
              <a:ext uri="{FF2B5EF4-FFF2-40B4-BE49-F238E27FC236}">
                <a16:creationId xmlns:a16="http://schemas.microsoft.com/office/drawing/2014/main" id="{388E85DE-7FDA-B34F-B2FD-ECA615AE54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540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rázky, text - dva sloup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ástupný symbol pro obsah 12">
            <a:extLst>
              <a:ext uri="{FF2B5EF4-FFF2-40B4-BE49-F238E27FC236}">
                <a16:creationId xmlns:a16="http://schemas.microsoft.com/office/drawing/2014/main" id="{9622FDD6-5C71-4DE9-BFBE-6443A2855E5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719997" y="718712"/>
            <a:ext cx="5220001" cy="3204001"/>
          </a:xfr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sp>
        <p:nvSpPr>
          <p:cNvPr id="9" name="Zástupný symbol pro text 5">
            <a:extLst>
              <a:ext uri="{FF2B5EF4-FFF2-40B4-BE49-F238E27FC236}">
                <a16:creationId xmlns:a16="http://schemas.microsoft.com/office/drawing/2014/main" id="{8D903DEB-B441-46DB-8462-2640DC8DB3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999" y="4500000"/>
            <a:ext cx="5220000" cy="1331998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1" name="Zástupný symbol pro text 13">
            <a:extLst>
              <a:ext uri="{FF2B5EF4-FFF2-40B4-BE49-F238E27FC236}">
                <a16:creationId xmlns:a16="http://schemas.microsoft.com/office/drawing/2014/main" id="{66F1D7B9-D1BE-446E-87CA-6AD81AFA838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0724" y="4068000"/>
            <a:ext cx="5220000" cy="360000"/>
          </a:xfrm>
        </p:spPr>
        <p:txBody>
          <a:bodyPr/>
          <a:lstStyle>
            <a:lvl1pPr algn="l">
              <a:lnSpc>
                <a:spcPts val="1100"/>
              </a:lnSpc>
              <a:defRPr sz="1100" b="1"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3" name="Zástupný symbol pro text 5">
            <a:extLst>
              <a:ext uri="{FF2B5EF4-FFF2-40B4-BE49-F238E27FC236}">
                <a16:creationId xmlns:a16="http://schemas.microsoft.com/office/drawing/2014/main" id="{3947EF07-8AF7-4904-8565-F5D81E4282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51278" y="4500000"/>
            <a:ext cx="5220000" cy="1331998"/>
          </a:xfrm>
        </p:spPr>
        <p:txBody>
          <a:bodyPr lIns="0" tIns="0" rIns="0" bIns="0" numCol="1" spcCol="324000">
            <a:noAutofit/>
          </a:bodyPr>
          <a:lstStyle>
            <a:lvl1pPr algn="l">
              <a:lnSpc>
                <a:spcPts val="1800"/>
              </a:lnSpc>
              <a:defRPr sz="1500" b="0">
                <a:solidFill>
                  <a:schemeClr val="tx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5" name="Zástupný symbol pro text 13">
            <a:extLst>
              <a:ext uri="{FF2B5EF4-FFF2-40B4-BE49-F238E27FC236}">
                <a16:creationId xmlns:a16="http://schemas.microsoft.com/office/drawing/2014/main" id="{334B9440-7A06-4BF8-9532-C11248171B0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2003" y="4068000"/>
            <a:ext cx="5220000" cy="360000"/>
          </a:xfrm>
        </p:spPr>
        <p:txBody>
          <a:bodyPr/>
          <a:lstStyle>
            <a:lvl1pPr algn="l">
              <a:lnSpc>
                <a:spcPts val="1100"/>
              </a:lnSpc>
              <a:defRPr sz="1100" b="1"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sp>
        <p:nvSpPr>
          <p:cNvPr id="17" name="Zástupný symbol pro obsah 12">
            <a:extLst>
              <a:ext uri="{FF2B5EF4-FFF2-40B4-BE49-F238E27FC236}">
                <a16:creationId xmlns:a16="http://schemas.microsoft.com/office/drawing/2014/main" id="{263AA377-982D-4CA3-B9BD-C61AF652481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251278" y="718712"/>
            <a:ext cx="5220001" cy="3204001"/>
          </a:xfr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cs-CZ" noProof="0" dirty="0"/>
              <a:t>Kliknutím vložíte text</a:t>
            </a:r>
          </a:p>
        </p:txBody>
      </p:sp>
      <p:pic>
        <p:nvPicPr>
          <p:cNvPr id="14" name="Obrázek 8">
            <a:extLst>
              <a:ext uri="{FF2B5EF4-FFF2-40B4-BE49-F238E27FC236}">
                <a16:creationId xmlns:a16="http://schemas.microsoft.com/office/drawing/2014/main" id="{2110830C-1ED0-C54C-8C9B-31DD2E6DD1B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986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patí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3" name="Zástupný symbol pro číslo snímku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D6D6C118-631F-4A80-9886-907009361577}" type="slidenum">
              <a:rPr lang="cs-CZ" altLang="cs-CZ"/>
              <a:pPr/>
              <a:t>‹#›</a:t>
            </a:fld>
            <a:endParaRPr lang="cs-CZ" altLang="cs-CZ" dirty="0"/>
          </a:p>
        </p:txBody>
      </p:sp>
      <p:pic>
        <p:nvPicPr>
          <p:cNvPr id="6" name="Obrázek 8">
            <a:extLst>
              <a:ext uri="{FF2B5EF4-FFF2-40B4-BE49-F238E27FC236}">
                <a16:creationId xmlns:a16="http://schemas.microsoft.com/office/drawing/2014/main" id="{E49E2218-4CCF-BC44-930E-B31D9BFD89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2800" y="6048000"/>
            <a:ext cx="874800" cy="59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8907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ozdělovník (alternativní)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cs-CZ" altLang="cs-CZ" noProof="0" smtClean="0"/>
              <a:pPr/>
              <a:t>‹#›</a:t>
            </a:fld>
            <a:endParaRPr lang="cs-CZ" altLang="cs-CZ" noProof="0" dirty="0"/>
          </a:p>
        </p:txBody>
      </p:sp>
      <p:sp>
        <p:nvSpPr>
          <p:cNvPr id="11" name="Nadpis 6">
            <a:extLst>
              <a:ext uri="{FF2B5EF4-FFF2-40B4-BE49-F238E27FC236}">
                <a16:creationId xmlns:a16="http://schemas.microsoft.com/office/drawing/2014/main" id="{210CF170-3CE8-4094-B136-F821606CD8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5246518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rgbClr val="0000DC"/>
                </a:solidFill>
              </a:defRPr>
            </a:lvl1pPr>
          </a:lstStyle>
          <a:p>
            <a:r>
              <a:rPr lang="cs-CZ" dirty="0"/>
              <a:t>Kliknutím vložíte nadpis</a:t>
            </a:r>
          </a:p>
        </p:txBody>
      </p:sp>
      <p:sp>
        <p:nvSpPr>
          <p:cNvPr id="12" name="Podnadpis 2">
            <a:extLst>
              <a:ext uri="{FF2B5EF4-FFF2-40B4-BE49-F238E27FC236}">
                <a16:creationId xmlns:a16="http://schemas.microsoft.com/office/drawing/2014/main" id="{F805DFF4-9876-466D-A663-D549EEF8195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5246518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rgbClr val="0000DC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sp>
        <p:nvSpPr>
          <p:cNvPr id="9" name="Zástupný symbol pro obrázek 7">
            <a:extLst>
              <a:ext uri="{FF2B5EF4-FFF2-40B4-BE49-F238E27FC236}">
                <a16:creationId xmlns:a16="http://schemas.microsoft.com/office/drawing/2014/main" id="{80C21443-92BF-4BF1-9C61-FDB664DC796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0" y="0"/>
            <a:ext cx="6096000" cy="6857999"/>
          </a:xfrm>
        </p:spPr>
        <p:txBody>
          <a:bodyPr anchor="ctr"/>
          <a:lstStyle>
            <a:lvl1pPr algn="ctr">
              <a:defRPr>
                <a:solidFill>
                  <a:srgbClr val="0000DC"/>
                </a:solidFill>
              </a:defRPr>
            </a:lvl1pPr>
          </a:lstStyle>
          <a:p>
            <a:r>
              <a:rPr lang="cs-CZ" dirty="0"/>
              <a:t>Kliknutím na ikonu vložíte obrázek</a:t>
            </a:r>
          </a:p>
        </p:txBody>
      </p:sp>
      <p:sp>
        <p:nvSpPr>
          <p:cNvPr id="7" name="Zástupný symbol pro zápatí 1">
            <a:extLst>
              <a:ext uri="{FF2B5EF4-FFF2-40B4-BE49-F238E27FC236}">
                <a16:creationId xmlns:a16="http://schemas.microsoft.com/office/drawing/2014/main" id="{24438A88-1921-4DF2-9F65-459AAE83D1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4925020" cy="252000"/>
          </a:xfrm>
        </p:spPr>
        <p:txBody>
          <a:bodyPr/>
          <a:lstStyle>
            <a:lvl1pPr>
              <a:defRPr/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pic>
        <p:nvPicPr>
          <p:cNvPr id="8" name="Obrázek 8">
            <a:extLst>
              <a:ext uri="{FF2B5EF4-FFF2-40B4-BE49-F238E27FC236}">
                <a16:creationId xmlns:a16="http://schemas.microsoft.com/office/drawing/2014/main" id="{C4F310CA-8F50-D24B-869B-CCDF18753A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0" y="414000"/>
            <a:ext cx="1565999" cy="106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127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Úvodní snímek - inverzní">
    <p:bg>
      <p:bgPr>
        <a:solidFill>
          <a:srgbClr val="B9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D8587455-5AC3-4F6B-BE52-826326AFD3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DE708CC-0C3F-4567-9698-B54C0F35BD31}" type="slidenum">
              <a:rPr lang="cs-CZ" altLang="cs-CZ" smtClean="0"/>
              <a:pPr/>
              <a:t>‹#›</a:t>
            </a:fld>
            <a:endParaRPr lang="cs-CZ" altLang="cs-CZ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11361600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cs-CZ" dirty="0"/>
              <a:t>Kliknutím vložíte nadpis</a:t>
            </a:r>
          </a:p>
        </p:txBody>
      </p:sp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11361600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pic>
        <p:nvPicPr>
          <p:cNvPr id="10" name="Obrázek 8">
            <a:extLst>
              <a:ext uri="{FF2B5EF4-FFF2-40B4-BE49-F238E27FC236}">
                <a16:creationId xmlns:a16="http://schemas.microsoft.com/office/drawing/2014/main" id="{1284CA9D-DBC5-7345-82D1-2A135832E0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1" y="414000"/>
            <a:ext cx="1565997" cy="106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11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ozdělovník (alternativní) 2">
    <p:bg>
      <p:bgPr>
        <a:solidFill>
          <a:srgbClr val="B9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F3A84368-F699-48A6-8383-4822D7F23B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DE708CC-0C3F-4567-9698-B54C0F35BD31}" type="slidenum">
              <a:rPr lang="cs-CZ" altLang="cs-CZ" smtClean="0"/>
              <a:pPr/>
              <a:t>‹#›</a:t>
            </a:fld>
            <a:endParaRPr lang="cs-CZ" altLang="cs-CZ" dirty="0"/>
          </a:p>
        </p:txBody>
      </p:sp>
      <p:sp>
        <p:nvSpPr>
          <p:cNvPr id="7" name="Nadpis 6">
            <a:extLst>
              <a:ext uri="{FF2B5EF4-FFF2-40B4-BE49-F238E27FC236}">
                <a16:creationId xmlns:a16="http://schemas.microsoft.com/office/drawing/2014/main" id="{322FA9F0-97E4-45C3-84A8-592F85A6A3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8502" y="2900365"/>
            <a:ext cx="5246518" cy="1171580"/>
          </a:xfrm>
        </p:spPr>
        <p:txBody>
          <a:bodyPr anchor="t"/>
          <a:lstStyle>
            <a:lvl1pPr algn="l">
              <a:lnSpc>
                <a:spcPts val="4400"/>
              </a:lnSpc>
              <a:defRPr sz="4400">
                <a:solidFill>
                  <a:schemeClr val="bg1"/>
                </a:solidFill>
              </a:defRPr>
            </a:lvl1pPr>
          </a:lstStyle>
          <a:p>
            <a:r>
              <a:rPr lang="cs-CZ" dirty="0"/>
              <a:t>Kliknutím vložíte nadpis</a:t>
            </a:r>
          </a:p>
        </p:txBody>
      </p:sp>
      <p:sp>
        <p:nvSpPr>
          <p:cNvPr id="8" name="Podnadpis 2"/>
          <p:cNvSpPr>
            <a:spLocks noGrp="1"/>
          </p:cNvSpPr>
          <p:nvPr>
            <p:ph type="subTitle" idx="1" hasCustomPrompt="1"/>
          </p:nvPr>
        </p:nvSpPr>
        <p:spPr>
          <a:xfrm>
            <a:off x="398502" y="4116402"/>
            <a:ext cx="5246518" cy="698497"/>
          </a:xfrm>
        </p:spPr>
        <p:txBody>
          <a:bodyPr anchor="t"/>
          <a:lstStyle>
            <a:lvl1pPr marL="0" indent="0" algn="l">
              <a:buNone/>
              <a:defRPr lang="cs-CZ" sz="2400" b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cs-CZ" noProof="0" dirty="0"/>
              <a:t>Kliknutím vložíte podnadpis</a:t>
            </a:r>
          </a:p>
        </p:txBody>
      </p:sp>
      <p:sp>
        <p:nvSpPr>
          <p:cNvPr id="10" name="Zástupný symbol pro obrázek 7">
            <a:extLst>
              <a:ext uri="{FF2B5EF4-FFF2-40B4-BE49-F238E27FC236}">
                <a16:creationId xmlns:a16="http://schemas.microsoft.com/office/drawing/2014/main" id="{05C2E24A-1A94-4B14-B9BB-CA01DE5DD20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096000" y="0"/>
            <a:ext cx="6096000" cy="6857999"/>
          </a:xfrm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cs-CZ" dirty="0"/>
              <a:t>Kliknutím na ikonu vložíte obrázek</a:t>
            </a:r>
          </a:p>
        </p:txBody>
      </p:sp>
      <p:sp>
        <p:nvSpPr>
          <p:cNvPr id="12" name="Zástupný symbol pro zápatí 2">
            <a:extLst>
              <a:ext uri="{FF2B5EF4-FFF2-40B4-BE49-F238E27FC236}">
                <a16:creationId xmlns:a16="http://schemas.microsoft.com/office/drawing/2014/main" id="{CC921DFF-8B97-473C-919A-06F55168BD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720000" y="6228000"/>
            <a:ext cx="4925020" cy="25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CCE34841-B995-1F41-AED6-CDCE3B8049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4001" y="414000"/>
            <a:ext cx="1565997" cy="106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924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32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verzní s obrázkem">
    <p:bg>
      <p:bgPr>
        <a:solidFill>
          <a:srgbClr val="B9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ástupný symbol pro obrázek 7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1"/>
            <a:ext cx="12192000" cy="5842000"/>
          </a:xfrm>
        </p:spPr>
        <p:txBody>
          <a:bodyPr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cs-CZ" dirty="0"/>
              <a:t>Kliknutím na ikonu vložíte obrázek</a:t>
            </a:r>
          </a:p>
        </p:txBody>
      </p:sp>
      <p:pic>
        <p:nvPicPr>
          <p:cNvPr id="2" name="Obrázek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1276" y="6048000"/>
            <a:ext cx="874800" cy="592920"/>
          </a:xfrm>
          <a:prstGeom prst="rect">
            <a:avLst/>
          </a:prstGeom>
        </p:spPr>
      </p:pic>
      <p:sp>
        <p:nvSpPr>
          <p:cNvPr id="7" name="Zástupný symbol pro text 5">
            <a:extLst>
              <a:ext uri="{FF2B5EF4-FFF2-40B4-BE49-F238E27FC236}">
                <a16:creationId xmlns:a16="http://schemas.microsoft.com/office/drawing/2014/main" id="{46E80635-6C5C-49F3-8F11-AD16586CD0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0000" y="6040795"/>
            <a:ext cx="8555976" cy="510831"/>
          </a:xfrm>
        </p:spPr>
        <p:txBody>
          <a:bodyPr lIns="0" tIns="0" rIns="0" bIns="0" numCol="1" spcCol="324000">
            <a:noAutofit/>
          </a:bodyPr>
          <a:lstStyle>
            <a:lvl1pPr marL="0" marR="0" indent="0" algn="l" defTabSz="914400" rtl="0" eaLnBrk="1" fontAlgn="base" latinLnBrk="0" hangingPunct="1">
              <a:lnSpc>
                <a:spcPts val="18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 sz="1500" b="0">
                <a:solidFill>
                  <a:schemeClr val="bg1"/>
                </a:solidFill>
              </a:defRPr>
            </a:lvl1pPr>
            <a:lvl2pPr algn="l">
              <a:defRPr u="none"/>
            </a:lvl2pPr>
            <a:lvl3pPr algn="l">
              <a:defRPr>
                <a:latin typeface="+mn-lt"/>
              </a:defRPr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cs-CZ" noProof="0" dirty="0"/>
              <a:t>Kliknutím vložíte text</a:t>
            </a:r>
          </a:p>
        </p:txBody>
      </p:sp>
    </p:spTree>
    <p:extLst>
      <p:ext uri="{BB962C8B-B14F-4D97-AF65-F5344CB8AC3E}">
        <p14:creationId xmlns:p14="http://schemas.microsoft.com/office/powerpoint/2010/main" val="19642117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ECON slide">
    <p:bg>
      <p:bgPr>
        <a:solidFill>
          <a:srgbClr val="B9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cký objekt 5">
            <a:extLst>
              <a:ext uri="{FF2B5EF4-FFF2-40B4-BE49-F238E27FC236}">
                <a16:creationId xmlns:a16="http://schemas.microsoft.com/office/drawing/2014/main" id="{B05C908F-B8F4-4FC8-A2D7-3536612277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06200" y="2012580"/>
            <a:ext cx="4179600" cy="2832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703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NI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>
            <a:extLst>
              <a:ext uri="{FF2B5EF4-FFF2-40B4-BE49-F238E27FC236}">
                <a16:creationId xmlns:a16="http://schemas.microsoft.com/office/drawing/2014/main" id="{C4DCCB8A-E23F-49B6-A0BE-D9E395C4E7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0956" y="2298933"/>
            <a:ext cx="8725020" cy="226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2142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29" name="Rectangle 1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720000" y="6228000"/>
            <a:ext cx="7920000" cy="25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>
              <a:defRPr lang="cs-CZ" altLang="cs-CZ" sz="1200" dirty="0" smtClean="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cs-CZ"/>
              <a:t>Zápatí prezentace</a:t>
            </a:r>
            <a:endParaRPr lang="cs-CZ" dirty="0"/>
          </a:p>
        </p:txBody>
      </p:sp>
      <p:sp>
        <p:nvSpPr>
          <p:cNvPr id="64530" name="Rectangle 1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14000" y="6228000"/>
            <a:ext cx="252000" cy="25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1200" b="0">
                <a:solidFill>
                  <a:schemeClr val="tx2"/>
                </a:solidFill>
                <a:latin typeface="+mj-lt"/>
              </a:defRPr>
            </a:lvl1pPr>
          </a:lstStyle>
          <a:p>
            <a:fld id="{0DE708CC-0C3F-4567-9698-B54C0F35BD31}" type="slidenum">
              <a:rPr lang="cs-CZ" altLang="cs-CZ" smtClean="0"/>
              <a:pPr/>
              <a:t>‹#›</a:t>
            </a:fld>
            <a:endParaRPr lang="cs-CZ" altLang="cs-CZ" dirty="0"/>
          </a:p>
        </p:txBody>
      </p:sp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E73EFD05-44F7-4406-AC4D-1167FBFF8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720000"/>
            <a:ext cx="10753200" cy="45157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cs-CZ" dirty="0"/>
              <a:t>Kliknutím vložíte nadpis</a:t>
            </a:r>
          </a:p>
        </p:txBody>
      </p:sp>
      <p:sp>
        <p:nvSpPr>
          <p:cNvPr id="5" name="Zástupný symbol pro text 4">
            <a:extLst>
              <a:ext uri="{FF2B5EF4-FFF2-40B4-BE49-F238E27FC236}">
                <a16:creationId xmlns:a16="http://schemas.microsoft.com/office/drawing/2014/main" id="{A4DA628E-D8CA-41EE-AA1A-D14D1A53A2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8800" y="1872000"/>
            <a:ext cx="10753200" cy="39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14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Pct val="100000"/>
              <a:buFontTx/>
              <a:buNone/>
              <a:tabLst/>
              <a:defRPr/>
            </a:pPr>
            <a:r>
              <a:rPr lang="cs-CZ" noProof="0" dirty="0"/>
              <a:t>Kliknutím vložíte 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4" r:id="rId2"/>
    <p:sldLayoutId id="2147483685" r:id="rId3"/>
    <p:sldLayoutId id="2147483674" r:id="rId4"/>
    <p:sldLayoutId id="2147483688" r:id="rId5"/>
    <p:sldLayoutId id="2147483698" r:id="rId6"/>
    <p:sldLayoutId id="2147483673" r:id="rId7"/>
    <p:sldLayoutId id="2147483675" r:id="rId8"/>
    <p:sldLayoutId id="2147483695" r:id="rId9"/>
    <p:sldLayoutId id="2147483677" r:id="rId10"/>
    <p:sldLayoutId id="2147483686" r:id="rId11"/>
    <p:sldLayoutId id="2147483697" r:id="rId12"/>
    <p:sldLayoutId id="2147483690" r:id="rId13"/>
    <p:sldLayoutId id="2147483696" r:id="rId14"/>
    <p:sldLayoutId id="2147483694" r:id="rId15"/>
    <p:sldLayoutId id="2147483692" r:id="rId16"/>
    <p:sldLayoutId id="2147483693" r:id="rId17"/>
  </p:sldLayoutIdLst>
  <p:hf hdr="0" dt="0"/>
  <p:txStyles>
    <p:titleStyle>
      <a:lvl1pPr algn="l" rtl="0" eaLnBrk="1" fontAlgn="base" hangingPunct="1">
        <a:lnSpc>
          <a:spcPts val="4000"/>
        </a:lnSpc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00287D"/>
          </a:solidFill>
          <a:latin typeface="Tahoma" pitchFamily="34" charset="0"/>
        </a:defRPr>
      </a:lvl9pPr>
    </p:titleStyle>
    <p:bodyStyle>
      <a:lvl1pPr marL="0" marR="0" indent="0" algn="l" defTabSz="914400" rtl="0" eaLnBrk="1" fontAlgn="base" latinLnBrk="0" hangingPunct="1">
        <a:lnSpc>
          <a:spcPct val="114000"/>
        </a:lnSpc>
        <a:spcBef>
          <a:spcPts val="0"/>
        </a:spcBef>
        <a:spcAft>
          <a:spcPct val="0"/>
        </a:spcAft>
        <a:buClr>
          <a:schemeClr val="tx2"/>
        </a:buClr>
        <a:buSzPct val="100000"/>
        <a:buFontTx/>
        <a:buNone/>
        <a:tabLst/>
        <a:defRPr sz="2800" b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tx2"/>
        </a:buClr>
        <a:buSzPct val="100000"/>
        <a:buFontTx/>
        <a:buNone/>
        <a:defRPr sz="1500" b="0">
          <a:solidFill>
            <a:schemeClr val="tx1"/>
          </a:solidFill>
          <a:latin typeface="+mn-lt"/>
        </a:defRPr>
      </a:lvl2pPr>
      <a:lvl3pPr marL="9144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folHlink"/>
        </a:buClr>
        <a:buSzPct val="80000"/>
        <a:buFontTx/>
        <a:buNone/>
        <a:defRPr sz="1500" b="0">
          <a:solidFill>
            <a:schemeClr val="tx1"/>
          </a:solidFill>
          <a:latin typeface="+mn-lt"/>
        </a:defRPr>
      </a:lvl3pPr>
      <a:lvl4pPr marL="13716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2"/>
        </a:buClr>
        <a:buSzPct val="90000"/>
        <a:buFontTx/>
        <a:buNone/>
        <a:defRPr sz="1500" b="0">
          <a:solidFill>
            <a:schemeClr val="tx1"/>
          </a:solidFill>
          <a:latin typeface="+mn-lt"/>
        </a:defRPr>
      </a:lvl4pPr>
      <a:lvl5pPr marL="18288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Tx/>
        <a:buNone/>
        <a:defRPr sz="1500" b="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Wingdings" pitchFamily="2" charset="2"/>
        <a:buBlip>
          <a:blip r:embed="rId19"/>
        </a:buBlip>
        <a:defRPr>
          <a:solidFill>
            <a:schemeClr val="tx1"/>
          </a:solidFill>
          <a:latin typeface="+mn-lt"/>
        </a:defRPr>
      </a:lvl6pPr>
      <a:lvl7pPr marL="27432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 baseline="0">
          <a:solidFill>
            <a:schemeClr val="tx1"/>
          </a:solidFill>
          <a:latin typeface="+mn-lt"/>
        </a:defRPr>
      </a:lvl7pPr>
      <a:lvl8pPr marL="32004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>
          <a:solidFill>
            <a:schemeClr val="tx1"/>
          </a:solidFill>
          <a:latin typeface="+mn-lt"/>
        </a:defRPr>
      </a:lvl8pPr>
      <a:lvl9pPr marL="3657600" indent="0" algn="l" rtl="0" eaLnBrk="1" fontAlgn="base" hangingPunct="1">
        <a:lnSpc>
          <a:spcPts val="1800"/>
        </a:lnSpc>
        <a:spcBef>
          <a:spcPts val="0"/>
        </a:spcBef>
        <a:spcAft>
          <a:spcPct val="0"/>
        </a:spcAft>
        <a:buClr>
          <a:schemeClr val="accent1"/>
        </a:buClr>
        <a:buFont typeface="Arial" panose="020B0604020202020204" pitchFamily="34" charset="0"/>
        <a:buNone/>
        <a:defRPr>
          <a:solidFill>
            <a:schemeClr val="tx1"/>
          </a:solidFill>
          <a:latin typeface="+mn-lt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35" userDrawn="1">
          <p15:clr>
            <a:srgbClr val="F26B43"/>
          </p15:clr>
        </p15:guide>
        <p15:guide id="2" pos="4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pätu 1">
            <a:extLst>
              <a:ext uri="{FF2B5EF4-FFF2-40B4-BE49-F238E27FC236}">
                <a16:creationId xmlns:a16="http://schemas.microsoft.com/office/drawing/2014/main" id="{A4692E60-FDF9-1E4F-A820-B4DF2F6561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cs-CZ" dirty="0"/>
              <a:t>MPE_APRE: </a:t>
            </a:r>
            <a:r>
              <a:rPr lang="cs-CZ" dirty="0" err="1"/>
              <a:t>Applied</a:t>
            </a:r>
            <a:r>
              <a:rPr lang="cs-CZ" dirty="0"/>
              <a:t> </a:t>
            </a:r>
            <a:r>
              <a:rPr lang="cs-CZ" dirty="0" err="1"/>
              <a:t>predictive</a:t>
            </a:r>
            <a:r>
              <a:rPr lang="cs-CZ" dirty="0"/>
              <a:t> modelling in </a:t>
            </a:r>
            <a:r>
              <a:rPr lang="cs-CZ" dirty="0" err="1"/>
              <a:t>credit</a:t>
            </a:r>
            <a:r>
              <a:rPr lang="cs-CZ" dirty="0"/>
              <a:t> risk</a:t>
            </a:r>
          </a:p>
        </p:txBody>
      </p:sp>
      <p:sp>
        <p:nvSpPr>
          <p:cNvPr id="3" name="Zástupný objekt pre číslo snímky 2">
            <a:extLst>
              <a:ext uri="{FF2B5EF4-FFF2-40B4-BE49-F238E27FC236}">
                <a16:creationId xmlns:a16="http://schemas.microsoft.com/office/drawing/2014/main" id="{9DAF3088-3E4D-9845-B71B-E817345CD8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DE708CC-0C3F-4567-9698-B54C0F35BD31}" type="slidenum">
              <a:rPr lang="cs-CZ" altLang="cs-CZ" noProof="0" smtClean="0"/>
              <a:pPr/>
              <a:t>1</a:t>
            </a:fld>
            <a:endParaRPr lang="cs-CZ" altLang="cs-CZ" noProof="0" dirty="0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2491EF5B-3067-7546-837B-2D005F3ED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 Residential Mortgage PD Scorecard</a:t>
            </a:r>
            <a:endParaRPr lang="cs-CZ" dirty="0"/>
          </a:p>
        </p:txBody>
      </p:sp>
      <p:sp>
        <p:nvSpPr>
          <p:cNvPr id="5" name="Podnadpis 4">
            <a:extLst>
              <a:ext uri="{FF2B5EF4-FFF2-40B4-BE49-F238E27FC236}">
                <a16:creationId xmlns:a16="http://schemas.microsoft.com/office/drawing/2014/main" id="{BDA74EBB-06F9-2F42-BBA7-49358111EC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Vojtěch Grebeníček, Jan Koňařík</a:t>
            </a:r>
          </a:p>
        </p:txBody>
      </p:sp>
    </p:spTree>
    <p:extLst>
      <p:ext uri="{BB962C8B-B14F-4D97-AF65-F5344CB8AC3E}">
        <p14:creationId xmlns:p14="http://schemas.microsoft.com/office/powerpoint/2010/main" val="3263342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D69CE23-E535-27D9-88FD-77F73BB27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922360-B7BC-3E06-B01F-EEB10FB234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2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D103AC-9857-34F2-2E41-60177FA76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Data Engineering &amp; Methodology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06DEDC-0111-B0AA-C22B-986FF472DB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Target definition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Rolling 12-Month Window (Default = 1)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Exclusion of partial years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Sampling strategy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Stratified Random Split (70% Train / 30% Test)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Ensures identical risk distribution for ranking validation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Feature Engineering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Weight of Evidence (WoE)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Handled missing values/outliers automatically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CZ" sz="2400" dirty="0"/>
          </a:p>
        </p:txBody>
      </p:sp>
    </p:spTree>
    <p:extLst>
      <p:ext uri="{BB962C8B-B14F-4D97-AF65-F5344CB8AC3E}">
        <p14:creationId xmlns:p14="http://schemas.microsoft.com/office/powerpoint/2010/main" val="4257051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D8D32-52CF-6C02-9C55-A40794688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A2084D5-6A0B-E8DB-8E06-CF729E2648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10A536-CFD2-2A93-137C-A45D3896B3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3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3A0DFB-76DC-7E3A-C953-7E3A8D4E6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Variable Selection &amp; Compliance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D57396-D229-524A-1562-E71034649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Selection Method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Stepwise Logistic Regression (AIC)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Filters Applied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Information Value (IV &gt; 0.02, removed weak predictors)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Correlation (&lt; 0.5, removed redundant features)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Multicollinearity (VIF max 2.05, passes &lt; 5)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Key risk predictors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FICO Score, Loan-to-Value (LTV), Interest Rate</a:t>
            </a:r>
          </a:p>
        </p:txBody>
      </p:sp>
    </p:spTree>
    <p:extLst>
      <p:ext uri="{BB962C8B-B14F-4D97-AF65-F5344CB8AC3E}">
        <p14:creationId xmlns:p14="http://schemas.microsoft.com/office/powerpoint/2010/main" val="299412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2F24D-A5FD-24C0-2BFF-3F326D6A7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6E899D5-FA62-498C-F63B-1B6BC3F16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EECCC7-C90C-F8B2-2A80-554DDB4593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4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C0FFAA-E6DD-A25B-C794-C7079C8F5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Predictive Power (Performance)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071554-8061-6D2B-6BD9-8162DA408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GINI Coefficient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Train GINI 44.42%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Test GINI 44.51%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Performance Gap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-0.09 points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Good Generalization, No Overfitting</a:t>
            </a:r>
          </a:p>
        </p:txBody>
      </p:sp>
    </p:spTree>
    <p:extLst>
      <p:ext uri="{BB962C8B-B14F-4D97-AF65-F5344CB8AC3E}">
        <p14:creationId xmlns:p14="http://schemas.microsoft.com/office/powerpoint/2010/main" val="2499343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4A614-9BA3-2EF0-FF89-0D3905EF3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747B637-CDC4-9C46-2D26-26AEB955AA9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4626FA-E1D7-C8F4-E1C6-32DB835DAD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5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C25C1D-763D-1BF3-74E5-78F6E55A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Deployment Stability (PSI)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13DDAF-F44C-532E-7667-467A3A236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Validation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Private Sample (Out-of-Sample)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Population Stability Index (PSI)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0.0527 (&lt; 0.10)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Stable/Good for Deployment</a:t>
            </a:r>
          </a:p>
        </p:txBody>
      </p:sp>
    </p:spTree>
    <p:extLst>
      <p:ext uri="{BB962C8B-B14F-4D97-AF65-F5344CB8AC3E}">
        <p14:creationId xmlns:p14="http://schemas.microsoft.com/office/powerpoint/2010/main" val="3640017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0E851-1CC3-543A-C969-C59DB152B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3C52F1C-666F-EF70-C429-3ED984DD298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2BDF86-9E0C-A55A-477A-4FF8FC21FFE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6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AD12D2-75FD-5A39-A074-F7FD4FE68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Challenger Model (LASSO)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F9F921-CE42-58B3-272D-7145E4FAF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LASSO Regression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Compare Machine Learning and Standard Regression (Stepwise)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sz="3200" b="1" dirty="0"/>
              <a:t>Results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Stepwise 44.51% GINI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CZ" sz="2600" dirty="0"/>
              <a:t>LASSO 44.51% GINI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b="1" dirty="0"/>
              <a:t>Same Model Selection/Performance</a:t>
            </a:r>
          </a:p>
          <a:p>
            <a:pPr>
              <a:buFont typeface="Arial" panose="020B0604020202020204" pitchFamily="34" charset="0"/>
              <a:buChar char="•"/>
            </a:pP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021897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0FF15-CAC9-E89A-DABE-F8E95FD35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F2DF2F1-060E-211C-74C8-87FE1DB92DC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3E2FB3-0E20-61DD-34D6-9B2F5B7F87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7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083CF8F-2CB7-880E-7CF0-9EC5011D8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B12ED1-D642-FC50-8A60-D2F0F3F28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Target 12-Month Window (Default = 1)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Stratified Random Split (70/30) with WoE Binning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Stepwise Logistic Regression (AIC Selection)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Checks for Correlation and VIF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GINI 44.5% (Strong predictive power)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No Gap between Train/Test (Robust)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PSI 0.05 on Blind Data (Stability)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Z" dirty="0"/>
              <a:t>ML LASSO Same Performance</a:t>
            </a:r>
          </a:p>
          <a:p>
            <a:pPr>
              <a:buFont typeface="Arial" panose="020B0604020202020204" pitchFamily="34" charset="0"/>
              <a:buChar char="•"/>
            </a:pP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233207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E7432-DB6E-CF97-D96C-B06FC9698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9674981-1D35-EF3B-4584-4BA0FEB428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807617-6DBF-7FC0-B1B9-427A24EE7C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970407D-EE58-4A0B-824B-1D3AE42DD9CF}" type="slidenum">
              <a:rPr lang="cs-CZ" altLang="cs-CZ" smtClean="0"/>
              <a:pPr/>
              <a:t>8</a:t>
            </a:fld>
            <a:endParaRPr lang="cs-CZ" altLang="cs-CZ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FE0764-65CF-D401-6320-156B53426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5019" y="3310425"/>
            <a:ext cx="2681961" cy="451576"/>
          </a:xfrm>
        </p:spPr>
        <p:txBody>
          <a:bodyPr/>
          <a:lstStyle/>
          <a:p>
            <a:r>
              <a:rPr lang="en-CZ" dirty="0"/>
              <a:t>Thank You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F7924D-3BB6-F27D-7B0B-79CD01E6D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899333622"/>
      </p:ext>
    </p:extLst>
  </p:cSld>
  <p:clrMapOvr>
    <a:masterClrMapping/>
  </p:clrMapOvr>
</p:sld>
</file>

<file path=ppt/theme/theme1.xml><?xml version="1.0" encoding="utf-8"?>
<a:theme xmlns:a="http://schemas.openxmlformats.org/drawingml/2006/main" name="Prezentace_MU_CZ">
  <a:themeElements>
    <a:clrScheme name="MUNI MED">
      <a:dk1>
        <a:srgbClr val="000000"/>
      </a:dk1>
      <a:lt1>
        <a:srgbClr val="FFFFFF"/>
      </a:lt1>
      <a:dk2>
        <a:srgbClr val="0000DC"/>
      </a:dk2>
      <a:lt2>
        <a:srgbClr val="FFC000"/>
      </a:lt2>
      <a:accent1>
        <a:srgbClr val="0000DC"/>
      </a:accent1>
      <a:accent2>
        <a:srgbClr val="F01928"/>
      </a:accent2>
      <a:accent3>
        <a:srgbClr val="00AF3F"/>
      </a:accent3>
      <a:accent4>
        <a:srgbClr val="4BC8FF"/>
      </a:accent4>
      <a:accent5>
        <a:srgbClr val="FF7300"/>
      </a:accent5>
      <a:accent6>
        <a:srgbClr val="B9006E"/>
      </a:accent6>
      <a:hlink>
        <a:srgbClr val="0000DC"/>
      </a:hlink>
      <a:folHlink>
        <a:srgbClr val="5AC8AF"/>
      </a:folHlink>
    </a:clrScheme>
    <a:fontScheme name="Office – klasické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800" b="0" i="0" u="none" strike="noStrike" cap="none" normalizeH="0" baseline="0" dirty="0" err="1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cs-CZ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 algn="l">
          <a:defRPr sz="2800" dirty="0" err="1" smtClean="0">
            <a:latin typeface="+mn-lt"/>
          </a:defRPr>
        </a:defPPr>
      </a:lstStyle>
    </a:txDef>
  </a:objectDefaults>
  <a:extraClrSchemeLst>
    <a:extraClrScheme>
      <a:clrScheme name="Směsi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měsi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měsi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měsi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muni-econ-prezentace-16-9-cz-v11.potx" id="{45F7C800-E35C-46D5-9C47-511EF4DC35F8}" vid="{F2DE815D-75C9-4501-96BE-FAF7001258DA}"/>
    </a:ext>
  </a:extLst>
</a:theme>
</file>

<file path=ppt/theme/theme2.xml><?xml version="1.0" encoding="utf-8"?>
<a:theme xmlns:a="http://schemas.openxmlformats.org/drawingml/2006/main" name="Motiv systému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iv systému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Kancelář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A8BAC94BA468D488F31B2478A655CDC" ma:contentTypeVersion="3" ma:contentTypeDescription="Vytvoří nový dokument" ma:contentTypeScope="" ma:versionID="59df924ff85e56a9d620f22666450dc4">
  <xsd:schema xmlns:xsd="http://www.w3.org/2001/XMLSchema" xmlns:xs="http://www.w3.org/2001/XMLSchema" xmlns:p="http://schemas.microsoft.com/office/2006/metadata/properties" xmlns:ns2="76d5652a-9cd3-465f-98c7-aa8090bd65c7" targetNamespace="http://schemas.microsoft.com/office/2006/metadata/properties" ma:root="true" ma:fieldsID="ebc375423d16e97435ac953b71c835e3" ns2:_="">
    <xsd:import namespace="76d5652a-9cd3-465f-98c7-aa8090bd65c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d5652a-9cd3-465f-98c7-aa8090bd65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E76D051-344C-43B3-9298-00E7F8F1D6F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d5652a-9cd3-465f-98c7-aa8090bd65c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19BE12D-1FF0-4728-BAAC-DFC1B1DA192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8FACF606-FF5B-41F4-AEDE-FDD6EBD291C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Prezentace_MU_CZ</Template>
  <TotalTime>47</TotalTime>
  <Words>279</Words>
  <Application>Microsoft Macintosh PowerPoint</Application>
  <PresentationFormat>Widescreen</PresentationFormat>
  <Paragraphs>60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Tahoma</vt:lpstr>
      <vt:lpstr>Wingdings</vt:lpstr>
      <vt:lpstr>Prezentace_MU_CZ</vt:lpstr>
      <vt:lpstr>US Residential Mortgage PD Scorecard</vt:lpstr>
      <vt:lpstr>Data Engineering &amp; Methodology</vt:lpstr>
      <vt:lpstr>Variable Selection &amp; Compliance</vt:lpstr>
      <vt:lpstr>Predictive Power (Performance)</vt:lpstr>
      <vt:lpstr>Deployment Stability (PSI)</vt:lpstr>
      <vt:lpstr>Challenger Model (LASSO)</vt:lpstr>
      <vt:lpstr>Summary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Vojtěch Grebeníček</dc:creator>
  <cp:lastModifiedBy>Vojtěch Grebeníček</cp:lastModifiedBy>
  <cp:revision>9</cp:revision>
  <cp:lastPrinted>1601-01-01T00:00:00Z</cp:lastPrinted>
  <dcterms:created xsi:type="dcterms:W3CDTF">2026-01-22T21:44:42Z</dcterms:created>
  <dcterms:modified xsi:type="dcterms:W3CDTF">2026-01-22T22:32:18Z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0x0101008A8BAC94BA468D488F31B2478A655CDC</vt:lpwstr>
  </property>
</Properties>
</file>